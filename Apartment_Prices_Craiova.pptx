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o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02A3B-6F12-6225-5778-E2C088F843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BCE95F-0CC0-E9B6-E561-17B3ED5020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53883-359A-A307-2732-A8C52BE1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507E8-1EC8-AD6C-0257-C7A79EC4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8DA8E-9745-C2E2-394D-2A99713C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086854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F669-5CD9-F010-1BDC-F72208042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E7170-8AEB-F99F-0BB7-5685B763A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2EBE9-D0A0-F97C-2AE6-0D19B8A00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73321-DD70-E1B6-4E6B-FCDE29398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D556D-620B-8878-A829-01A40F724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706718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760A9-0969-ED6A-B885-C0A38FE8F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8263E-BA51-D8D6-5A50-9204A644F6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54B65-24B4-5222-96A9-C64C04FB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5FA94-58E1-2BC2-4BBD-4465BA9DF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9B914-0D17-34FA-B9C9-2EEC915E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04028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D6748-D243-8E87-43FA-D44028015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0A7E-D03F-B9CD-3A5D-7FB5E7C698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733CE6-8591-03F5-8098-02C47AC6B7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ABDDA-8F83-2BA6-891A-9228C31F9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1AD6F8-23A5-58AA-3D43-706C2F4C9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AF14F-139B-0299-21D6-33D001812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519261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AAA00-E4B2-24DD-D423-49E04E28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74DFD3-E460-518C-05A8-05E06DE4E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5EDF0-56C4-4775-8D3F-CDC444F87D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C16BF8-0953-B08E-B78B-58FA4CBDF4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186F9D-12D9-FB84-9D44-66899857AD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C9AAA6-F4C9-FB03-B463-03CFAB343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37688-8797-FF44-759E-DF0F99D50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82156C-9FD4-528C-FD29-FD3442F24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288132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1CA2C-9D72-4590-C923-129F95A47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5A87D3-FE0B-411F-8CB3-D4CC2B072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F1B5C-F33F-3314-7A1C-6203A94C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419D4-A2B6-57D0-BE6F-9C2371EB3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156428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CDCF9F-F908-18AD-9D21-0DE219040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9A0FF-852D-E357-7AB6-A408054C6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D9A9B-A711-6D51-CDC6-84D0FE82B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806141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7355-1673-AA9E-91B9-1A4F739D4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F49AC-9CF2-1D05-FF3B-DE7EEF32D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810185-96FE-F4DF-5CE7-9BC09F66D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0F376-B11D-F292-4FB1-4BA77A4B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0A186B-8735-2FA8-F561-0384BA61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681E7-D62D-5CF2-04B5-733E7B66A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48056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2B3A2-79D6-6343-DDD1-B7DABF17A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5F3B7A-F957-44A2-FF94-9BF8CB7FE7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o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B9EEA4-CF79-8C1F-79B4-C4BE24EA2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370363-775A-542A-EA5E-788E1B3FC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90631C-60CF-1A67-6382-EC1253910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981ED9-391F-8529-AA0E-3F70F035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151829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47C9D-71E7-DF20-16C3-7ACF4B053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F1699B-BDCF-6F51-F9CE-284792AB8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3C73D-9854-A207-126D-7BD200780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08677-31E7-5F0C-78A5-B521912F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C61C7-1AE2-C817-DEDE-E6331DD67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947147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EA8879-9D47-0FE5-8528-EF04C13699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1F9A30-A330-0AB9-CF22-777BEFF8C3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A2E04-1A55-BF46-C357-4355E98FA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6CBC-26FC-9FCA-6A22-5F75C2C4D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6ADA04-D296-D183-2F72-B71F9F018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961748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AEAA8A-0A43-9AFC-92C3-FD3CB934A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9B032-CC2F-3CF5-D973-7306C4C69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2EDEC-097A-3D4B-1604-1A6A53542B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F88105-B876-40B1-B4B9-E60C6B883FEB}" type="datetimeFigureOut">
              <a:rPr lang="ro-RO" smtClean="0"/>
              <a:t>03.12.2025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A5A33-4051-EF28-8F13-405D3E41AA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A3343-4AAE-C669-3064-1250F0507D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90700B-A905-4B3C-AA8C-A45B8A3A666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982590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o-R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5000" t="-1000" r="3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87C84-9A04-1379-CF03-5A828BBDBA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092" y="1600200"/>
            <a:ext cx="7462982" cy="1655762"/>
          </a:xfrm>
        </p:spPr>
        <p:txBody>
          <a:bodyPr>
            <a:normAutofit fontScale="90000"/>
          </a:bodyPr>
          <a:lstStyle/>
          <a:p>
            <a:r>
              <a:rPr lang="en-US" b="1" i="1" dirty="0">
                <a:solidFill>
                  <a:srgbClr val="CC0000"/>
                </a:solidFill>
                <a:latin typeface="Franklin Gothic Demi" panose="020B0703020102020204" pitchFamily="34" charset="0"/>
              </a:rPr>
              <a:t>Apartment Prices Craiova</a:t>
            </a:r>
            <a:endParaRPr lang="ro-RO" b="1" i="1" dirty="0">
              <a:solidFill>
                <a:srgbClr val="CC0000"/>
              </a:solidFill>
              <a:latin typeface="Franklin Gothic Demi" panose="020B07030201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2F1112-EC0D-A710-F8B2-BE8A88E295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255962"/>
            <a:ext cx="9144000" cy="1655762"/>
          </a:xfrm>
          <a:scene3d>
            <a:camera prst="perspectiveContrastingRightFacing"/>
            <a:lightRig rig="threePt" dir="t"/>
          </a:scene3d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CC0000"/>
                </a:solidFill>
                <a:latin typeface="Franklin Gothic Demi" panose="020B0703020102020204" pitchFamily="34" charset="0"/>
              </a:rPr>
              <a:t>1900-2025</a:t>
            </a:r>
            <a:endParaRPr lang="ro-RO" sz="3600" dirty="0">
              <a:solidFill>
                <a:srgbClr val="CC0000"/>
              </a:solidFill>
              <a:latin typeface="Franklin Gothic Demi" panose="020B07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842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D33772-B43C-335F-26AA-420E75A7C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873" y="386904"/>
            <a:ext cx="3899164" cy="30420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A5DD28-2009-3851-112C-0C7B0312763A}"/>
              </a:ext>
            </a:extLst>
          </p:cNvPr>
          <p:cNvSpPr txBox="1"/>
          <p:nvPr/>
        </p:nvSpPr>
        <p:spPr>
          <a:xfrm rot="439204">
            <a:off x="2660072" y="3014970"/>
            <a:ext cx="5708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i="1" dirty="0">
                <a:latin typeface="Franklin Gothic Demi" panose="020B0703020102020204" pitchFamily="34" charset="0"/>
              </a:rPr>
              <a:t>Cum </a:t>
            </a:r>
            <a:r>
              <a:rPr lang="en-US" sz="3600" b="1" i="1" dirty="0" err="1">
                <a:latin typeface="Franklin Gothic Demi" panose="020B0703020102020204" pitchFamily="34" charset="0"/>
              </a:rPr>
              <a:t>implementam</a:t>
            </a:r>
            <a:r>
              <a:rPr lang="en-US" sz="3600" b="1" i="1" dirty="0">
                <a:latin typeface="Franklin Gothic Demi" panose="020B0703020102020204" pitchFamily="34" charset="0"/>
              </a:rPr>
              <a:t> </a:t>
            </a:r>
            <a:r>
              <a:rPr lang="en-US" sz="3600" b="1" i="1" dirty="0" err="1">
                <a:latin typeface="Franklin Gothic Demi" panose="020B0703020102020204" pitchFamily="34" charset="0"/>
              </a:rPr>
              <a:t>ideea</a:t>
            </a:r>
            <a:r>
              <a:rPr lang="en-US" sz="3600" b="1" i="1" dirty="0">
                <a:latin typeface="Franklin Gothic Demi" panose="020B0703020102020204" pitchFamily="34" charset="0"/>
              </a:rPr>
              <a:t>?</a:t>
            </a:r>
            <a:endParaRPr lang="ro-RO" sz="3600" b="1" i="1" dirty="0">
              <a:latin typeface="Franklin Gothic Demi" panose="020B07030201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CF358F-14E7-C920-153A-0759B1275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11" y="3519863"/>
            <a:ext cx="3130517" cy="30420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981579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8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Franklin Gothic Demi</vt:lpstr>
      <vt:lpstr>Office Theme</vt:lpstr>
      <vt:lpstr>Apartment Prices Craiova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 Necsulea</dc:creator>
  <cp:lastModifiedBy>Andrei Necsulea</cp:lastModifiedBy>
  <cp:revision>3</cp:revision>
  <dcterms:created xsi:type="dcterms:W3CDTF">2025-12-03T10:42:29Z</dcterms:created>
  <dcterms:modified xsi:type="dcterms:W3CDTF">2025-12-03T13:42:06Z</dcterms:modified>
</cp:coreProperties>
</file>